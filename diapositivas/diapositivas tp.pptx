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6E843C6-BD70-4178-9BF4-05F25FC3EFC3}">
          <p14:sldIdLst>
            <p14:sldId id="256"/>
            <p14:sldId id="257"/>
            <p14:sldId id="258"/>
            <p14:sldId id="259"/>
            <p14:sldId id="260"/>
          </p14:sldIdLst>
        </p14:section>
        <p14:section name="Sección sin título" id="{9CF01662-E1E3-485C-88B2-CC9A4B3C4E47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BF5EE-514C-4BC8-870D-449293B2DA70}" v="55" dt="2025-11-21T02:37:02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cho rubio" userId="e8d8d2042893a9b0" providerId="LiveId" clId="{D0586AA7-6981-429C-ABDD-712D4E03FEBC}"/>
    <pc:docChg chg="undo redo custSel delSld modSld addSection modSection">
      <pc:chgData name="pancho rubio" userId="e8d8d2042893a9b0" providerId="LiveId" clId="{D0586AA7-6981-429C-ABDD-712D4E03FEBC}" dt="2025-11-21T02:36:19.127" v="3590" actId="20577"/>
      <pc:docMkLst>
        <pc:docMk/>
      </pc:docMkLst>
      <pc:sldChg chg="modSp mod">
        <pc:chgData name="pancho rubio" userId="e8d8d2042893a9b0" providerId="LiveId" clId="{D0586AA7-6981-429C-ABDD-712D4E03FEBC}" dt="2025-11-21T02:35:12.202" v="3588" actId="1076"/>
        <pc:sldMkLst>
          <pc:docMk/>
          <pc:sldMk cId="2765068049" sldId="256"/>
        </pc:sldMkLst>
        <pc:spChg chg="mod">
          <ac:chgData name="pancho rubio" userId="e8d8d2042893a9b0" providerId="LiveId" clId="{D0586AA7-6981-429C-ABDD-712D4E03FEBC}" dt="2025-11-21T02:35:12.202" v="3588" actId="1076"/>
          <ac:spMkLst>
            <pc:docMk/>
            <pc:sldMk cId="2765068049" sldId="256"/>
            <ac:spMk id="3" creationId="{9E7788A7-BFE6-1201-1B1A-1AAB3B7BC0D5}"/>
          </ac:spMkLst>
        </pc:spChg>
      </pc:sldChg>
      <pc:sldChg chg="modSp mod">
        <pc:chgData name="pancho rubio" userId="e8d8d2042893a9b0" providerId="LiveId" clId="{D0586AA7-6981-429C-ABDD-712D4E03FEBC}" dt="2025-11-19T00:59:33.753" v="592" actId="207"/>
        <pc:sldMkLst>
          <pc:docMk/>
          <pc:sldMk cId="2978458340" sldId="260"/>
        </pc:sldMkLst>
        <pc:spChg chg="mod">
          <ac:chgData name="pancho rubio" userId="e8d8d2042893a9b0" providerId="LiveId" clId="{D0586AA7-6981-429C-ABDD-712D4E03FEBC}" dt="2025-11-19T00:59:33.753" v="592" actId="207"/>
          <ac:spMkLst>
            <pc:docMk/>
            <pc:sldMk cId="2978458340" sldId="260"/>
            <ac:spMk id="2" creationId="{0EBE85E4-6237-8244-774E-54E851867BB0}"/>
          </ac:spMkLst>
        </pc:spChg>
        <pc:spChg chg="mod">
          <ac:chgData name="pancho rubio" userId="e8d8d2042893a9b0" providerId="LiveId" clId="{D0586AA7-6981-429C-ABDD-712D4E03FEBC}" dt="2025-11-19T00:59:18.023" v="590" actId="207"/>
          <ac:spMkLst>
            <pc:docMk/>
            <pc:sldMk cId="2978458340" sldId="260"/>
            <ac:spMk id="3" creationId="{B2852504-F4D2-9629-1E72-6848C651959C}"/>
          </ac:spMkLst>
        </pc:spChg>
      </pc:sldChg>
      <pc:sldChg chg="addSp delSp modSp mod setBg setClrOvrMap">
        <pc:chgData name="pancho rubio" userId="e8d8d2042893a9b0" providerId="LiveId" clId="{D0586AA7-6981-429C-ABDD-712D4E03FEBC}" dt="2025-11-21T02:36:19.127" v="3590" actId="20577"/>
        <pc:sldMkLst>
          <pc:docMk/>
          <pc:sldMk cId="3299689826" sldId="261"/>
        </pc:sldMkLst>
        <pc:spChg chg="mod">
          <ac:chgData name="pancho rubio" userId="e8d8d2042893a9b0" providerId="LiveId" clId="{D0586AA7-6981-429C-ABDD-712D4E03FEBC}" dt="2025-11-21T02:36:19.127" v="3590" actId="20577"/>
          <ac:spMkLst>
            <pc:docMk/>
            <pc:sldMk cId="3299689826" sldId="261"/>
            <ac:spMk id="2" creationId="{92A0C4EF-A1DE-2EC4-8EF9-7E4465679BDC}"/>
          </ac:spMkLst>
        </pc:spChg>
        <pc:spChg chg="add mod">
          <ac:chgData name="pancho rubio" userId="e8d8d2042893a9b0" providerId="LiveId" clId="{D0586AA7-6981-429C-ABDD-712D4E03FEBC}" dt="2025-11-21T01:54:36.900" v="3179" actId="1076"/>
          <ac:spMkLst>
            <pc:docMk/>
            <pc:sldMk cId="3299689826" sldId="261"/>
            <ac:spMk id="7" creationId="{5D9275BE-58EE-80E8-6775-898F39E03CB1}"/>
          </ac:spMkLst>
        </pc:spChg>
        <pc:spChg chg="add mod">
          <ac:chgData name="pancho rubio" userId="e8d8d2042893a9b0" providerId="LiveId" clId="{D0586AA7-6981-429C-ABDD-712D4E03FEBC}" dt="2025-11-19T01:42:28.032" v="693" actId="20577"/>
          <ac:spMkLst>
            <pc:docMk/>
            <pc:sldMk cId="3299689826" sldId="261"/>
            <ac:spMk id="8" creationId="{DF2C6617-175C-98AD-A3B0-85DF2CC327EC}"/>
          </ac:spMkLst>
        </pc:spChg>
        <pc:spChg chg="add">
          <ac:chgData name="pancho rubio" userId="e8d8d2042893a9b0" providerId="LiveId" clId="{D0586AA7-6981-429C-ABDD-712D4E03FEBC}" dt="2025-11-19T01:23:58.552" v="620" actId="26606"/>
          <ac:spMkLst>
            <pc:docMk/>
            <pc:sldMk cId="3299689826" sldId="261"/>
            <ac:spMk id="68" creationId="{C2E4E997-8672-4FFD-B8EC-9932A8E4714B}"/>
          </ac:spMkLst>
        </pc:spChg>
        <pc:grpChg chg="add">
          <ac:chgData name="pancho rubio" userId="e8d8d2042893a9b0" providerId="LiveId" clId="{D0586AA7-6981-429C-ABDD-712D4E03FEBC}" dt="2025-11-19T01:23:58.552" v="620" actId="26606"/>
          <ac:grpSpMkLst>
            <pc:docMk/>
            <pc:sldMk cId="3299689826" sldId="261"/>
            <ac:grpSpMk id="70" creationId="{453E4DEE-E996-40F8-8635-0FF43D7348F9}"/>
          </ac:grpSpMkLst>
        </pc:grpChg>
        <pc:graphicFrameChg chg="add mod ord modGraphic">
          <ac:chgData name="pancho rubio" userId="e8d8d2042893a9b0" providerId="LiveId" clId="{D0586AA7-6981-429C-ABDD-712D4E03FEBC}" dt="2025-11-19T01:38:05.705" v="691" actId="1076"/>
          <ac:graphicFrameMkLst>
            <pc:docMk/>
            <pc:sldMk cId="3299689826" sldId="261"/>
            <ac:graphicFrameMk id="6" creationId="{2D191B1D-310C-6396-031F-9214F53CA0AC}"/>
          </ac:graphicFrameMkLst>
        </pc:graphicFrameChg>
        <pc:picChg chg="add">
          <ac:chgData name="pancho rubio" userId="e8d8d2042893a9b0" providerId="LiveId" clId="{D0586AA7-6981-429C-ABDD-712D4E03FEBC}" dt="2025-11-19T01:23:58.552" v="620" actId="26606"/>
          <ac:picMkLst>
            <pc:docMk/>
            <pc:sldMk cId="3299689826" sldId="261"/>
            <ac:picMk id="69" creationId="{FE6BA9E6-1D9E-4D30-B528-D49FA1342E4E}"/>
          </ac:picMkLst>
        </pc:picChg>
      </pc:sldChg>
      <pc:sldChg chg="addSp delSp modSp mod">
        <pc:chgData name="pancho rubio" userId="e8d8d2042893a9b0" providerId="LiveId" clId="{D0586AA7-6981-429C-ABDD-712D4E03FEBC}" dt="2025-11-21T01:58:49.865" v="3245" actId="207"/>
        <pc:sldMkLst>
          <pc:docMk/>
          <pc:sldMk cId="3884125293" sldId="262"/>
        </pc:sldMkLst>
        <pc:spChg chg="mod">
          <ac:chgData name="pancho rubio" userId="e8d8d2042893a9b0" providerId="LiveId" clId="{D0586AA7-6981-429C-ABDD-712D4E03FEBC}" dt="2025-11-21T01:57:59.109" v="3232" actId="207"/>
          <ac:spMkLst>
            <pc:docMk/>
            <pc:sldMk cId="3884125293" sldId="262"/>
            <ac:spMk id="2" creationId="{4F424629-0ADE-CA48-692C-66B731B70243}"/>
          </ac:spMkLst>
        </pc:spChg>
        <pc:spChg chg="add del mod">
          <ac:chgData name="pancho rubio" userId="e8d8d2042893a9b0" providerId="LiveId" clId="{D0586AA7-6981-429C-ABDD-712D4E03FEBC}" dt="2025-11-21T01:58:49.865" v="3245" actId="207"/>
          <ac:spMkLst>
            <pc:docMk/>
            <pc:sldMk cId="3884125293" sldId="262"/>
            <ac:spMk id="3" creationId="{FBD6E9F3-7214-313D-49F1-F257D8193357}"/>
          </ac:spMkLst>
        </pc:spChg>
        <pc:picChg chg="add del mod ord">
          <ac:chgData name="pancho rubio" userId="e8d8d2042893a9b0" providerId="LiveId" clId="{D0586AA7-6981-429C-ABDD-712D4E03FEBC}" dt="2025-11-20T17:45:54.251" v="695" actId="22"/>
          <ac:picMkLst>
            <pc:docMk/>
            <pc:sldMk cId="3884125293" sldId="262"/>
            <ac:picMk id="5" creationId="{8050F6E4-DB1C-9BFC-B2D5-568E6E3A65E2}"/>
          </ac:picMkLst>
        </pc:picChg>
      </pc:sldChg>
      <pc:sldChg chg="modSp mod">
        <pc:chgData name="pancho rubio" userId="e8d8d2042893a9b0" providerId="LiveId" clId="{D0586AA7-6981-429C-ABDD-712D4E03FEBC}" dt="2025-11-21T01:57:46.480" v="3230" actId="20577"/>
        <pc:sldMkLst>
          <pc:docMk/>
          <pc:sldMk cId="2361211101" sldId="263"/>
        </pc:sldMkLst>
        <pc:spChg chg="mod">
          <ac:chgData name="pancho rubio" userId="e8d8d2042893a9b0" providerId="LiveId" clId="{D0586AA7-6981-429C-ABDD-712D4E03FEBC}" dt="2025-11-21T01:56:14.992" v="3199" actId="255"/>
          <ac:spMkLst>
            <pc:docMk/>
            <pc:sldMk cId="2361211101" sldId="263"/>
            <ac:spMk id="2" creationId="{098BC0C7-9F9B-BA26-4DD0-BFB3AA0D3018}"/>
          </ac:spMkLst>
        </pc:spChg>
        <pc:spChg chg="mod">
          <ac:chgData name="pancho rubio" userId="e8d8d2042893a9b0" providerId="LiveId" clId="{D0586AA7-6981-429C-ABDD-712D4E03FEBC}" dt="2025-11-21T01:57:46.480" v="3230" actId="20577"/>
          <ac:spMkLst>
            <pc:docMk/>
            <pc:sldMk cId="2361211101" sldId="263"/>
            <ac:spMk id="3" creationId="{68D7300B-CF1C-7BB7-BCC2-C07BFF692D18}"/>
          </ac:spMkLst>
        </pc:spChg>
      </pc:sldChg>
      <pc:sldChg chg="modSp mod">
        <pc:chgData name="pancho rubio" userId="e8d8d2042893a9b0" providerId="LiveId" clId="{D0586AA7-6981-429C-ABDD-712D4E03FEBC}" dt="2025-11-21T01:55:58.965" v="3196" actId="1076"/>
        <pc:sldMkLst>
          <pc:docMk/>
          <pc:sldMk cId="179566132" sldId="264"/>
        </pc:sldMkLst>
        <pc:spChg chg="mod">
          <ac:chgData name="pancho rubio" userId="e8d8d2042893a9b0" providerId="LiveId" clId="{D0586AA7-6981-429C-ABDD-712D4E03FEBC}" dt="2025-11-21T01:55:15.822" v="3184" actId="255"/>
          <ac:spMkLst>
            <pc:docMk/>
            <pc:sldMk cId="179566132" sldId="264"/>
            <ac:spMk id="2" creationId="{773F2B30-E320-34BE-E050-B4E6042C23BE}"/>
          </ac:spMkLst>
        </pc:spChg>
        <pc:spChg chg="mod">
          <ac:chgData name="pancho rubio" userId="e8d8d2042893a9b0" providerId="LiveId" clId="{D0586AA7-6981-429C-ABDD-712D4E03FEBC}" dt="2025-11-21T01:55:58.965" v="3196" actId="1076"/>
          <ac:spMkLst>
            <pc:docMk/>
            <pc:sldMk cId="179566132" sldId="264"/>
            <ac:spMk id="3" creationId="{97413554-27DD-91FF-20D4-7D6D625DB291}"/>
          </ac:spMkLst>
        </pc:spChg>
      </pc:sldChg>
      <pc:sldChg chg="modSp mod">
        <pc:chgData name="pancho rubio" userId="e8d8d2042893a9b0" providerId="LiveId" clId="{D0586AA7-6981-429C-ABDD-712D4E03FEBC}" dt="2025-11-21T01:54:42.105" v="3181" actId="20577"/>
        <pc:sldMkLst>
          <pc:docMk/>
          <pc:sldMk cId="4173254479" sldId="265"/>
        </pc:sldMkLst>
        <pc:spChg chg="mod">
          <ac:chgData name="pancho rubio" userId="e8d8d2042893a9b0" providerId="LiveId" clId="{D0586AA7-6981-429C-ABDD-712D4E03FEBC}" dt="2025-11-21T01:53:41.774" v="3166" actId="207"/>
          <ac:spMkLst>
            <pc:docMk/>
            <pc:sldMk cId="4173254479" sldId="265"/>
            <ac:spMk id="2" creationId="{10CCF51F-DA32-C3F8-2425-E68159C49208}"/>
          </ac:spMkLst>
        </pc:spChg>
        <pc:spChg chg="mod">
          <ac:chgData name="pancho rubio" userId="e8d8d2042893a9b0" providerId="LiveId" clId="{D0586AA7-6981-429C-ABDD-712D4E03FEBC}" dt="2025-11-21T01:54:42.105" v="3181" actId="20577"/>
          <ac:spMkLst>
            <pc:docMk/>
            <pc:sldMk cId="4173254479" sldId="265"/>
            <ac:spMk id="3" creationId="{F6646D0E-F9EE-E62A-2058-F1B40CE786DC}"/>
          </ac:spMkLst>
        </pc:spChg>
      </pc:sldChg>
      <pc:sldChg chg="modSp mod">
        <pc:chgData name="pancho rubio" userId="e8d8d2042893a9b0" providerId="LiveId" clId="{D0586AA7-6981-429C-ABDD-712D4E03FEBC}" dt="2025-11-21T01:52:32.364" v="3156" actId="20577"/>
        <pc:sldMkLst>
          <pc:docMk/>
          <pc:sldMk cId="458715343" sldId="266"/>
        </pc:sldMkLst>
        <pc:spChg chg="mod">
          <ac:chgData name="pancho rubio" userId="e8d8d2042893a9b0" providerId="LiveId" clId="{D0586AA7-6981-429C-ABDD-712D4E03FEBC}" dt="2025-11-21T01:52:00.719" v="3143" actId="255"/>
          <ac:spMkLst>
            <pc:docMk/>
            <pc:sldMk cId="458715343" sldId="266"/>
            <ac:spMk id="2" creationId="{B01F0130-C055-BBF8-EE79-81C43A7FC6C2}"/>
          </ac:spMkLst>
        </pc:spChg>
        <pc:spChg chg="mod">
          <ac:chgData name="pancho rubio" userId="e8d8d2042893a9b0" providerId="LiveId" clId="{D0586AA7-6981-429C-ABDD-712D4E03FEBC}" dt="2025-11-21T01:52:32.364" v="3156" actId="20577"/>
          <ac:spMkLst>
            <pc:docMk/>
            <pc:sldMk cId="458715343" sldId="266"/>
            <ac:spMk id="3" creationId="{E35F3912-C90F-D0D8-927B-3A7E29356C45}"/>
          </ac:spMkLst>
        </pc:spChg>
      </pc:sldChg>
      <pc:sldChg chg="modSp mod">
        <pc:chgData name="pancho rubio" userId="e8d8d2042893a9b0" providerId="LiveId" clId="{D0586AA7-6981-429C-ABDD-712D4E03FEBC}" dt="2025-11-21T01:50:17.366" v="3126" actId="207"/>
        <pc:sldMkLst>
          <pc:docMk/>
          <pc:sldMk cId="2263333788" sldId="267"/>
        </pc:sldMkLst>
        <pc:spChg chg="mod">
          <ac:chgData name="pancho rubio" userId="e8d8d2042893a9b0" providerId="LiveId" clId="{D0586AA7-6981-429C-ABDD-712D4E03FEBC}" dt="2025-11-21T01:50:17.366" v="3126" actId="207"/>
          <ac:spMkLst>
            <pc:docMk/>
            <pc:sldMk cId="2263333788" sldId="267"/>
            <ac:spMk id="2" creationId="{4D413A19-E860-4E46-94D1-8874108FE9D5}"/>
          </ac:spMkLst>
        </pc:spChg>
        <pc:spChg chg="mod">
          <ac:chgData name="pancho rubio" userId="e8d8d2042893a9b0" providerId="LiveId" clId="{D0586AA7-6981-429C-ABDD-712D4E03FEBC}" dt="2025-11-21T01:50:17.366" v="3126" actId="207"/>
          <ac:spMkLst>
            <pc:docMk/>
            <pc:sldMk cId="2263333788" sldId="267"/>
            <ac:spMk id="3" creationId="{9887BC12-E315-5E7C-A27F-6779E45D2833}"/>
          </ac:spMkLst>
        </pc:spChg>
      </pc:sldChg>
      <pc:sldChg chg="modSp mod">
        <pc:chgData name="pancho rubio" userId="e8d8d2042893a9b0" providerId="LiveId" clId="{D0586AA7-6981-429C-ABDD-712D4E03FEBC}" dt="2025-11-21T02:05:39.607" v="3342" actId="207"/>
        <pc:sldMkLst>
          <pc:docMk/>
          <pc:sldMk cId="33105164" sldId="268"/>
        </pc:sldMkLst>
        <pc:spChg chg="mod">
          <ac:chgData name="pancho rubio" userId="e8d8d2042893a9b0" providerId="LiveId" clId="{D0586AA7-6981-429C-ABDD-712D4E03FEBC}" dt="2025-11-21T02:03:32.269" v="3315" actId="313"/>
          <ac:spMkLst>
            <pc:docMk/>
            <pc:sldMk cId="33105164" sldId="268"/>
            <ac:spMk id="2" creationId="{1B431A3B-E74C-DC4A-2E73-081AE7158D04}"/>
          </ac:spMkLst>
        </pc:spChg>
        <pc:spChg chg="mod">
          <ac:chgData name="pancho rubio" userId="e8d8d2042893a9b0" providerId="LiveId" clId="{D0586AA7-6981-429C-ABDD-712D4E03FEBC}" dt="2025-11-21T02:05:39.607" v="3342" actId="207"/>
          <ac:spMkLst>
            <pc:docMk/>
            <pc:sldMk cId="33105164" sldId="268"/>
            <ac:spMk id="3" creationId="{02FE94E8-1AF2-21CB-880A-D6670AC65336}"/>
          </ac:spMkLst>
        </pc:spChg>
      </pc:sldChg>
      <pc:sldChg chg="addSp modSp mod setBg">
        <pc:chgData name="pancho rubio" userId="e8d8d2042893a9b0" providerId="LiveId" clId="{D0586AA7-6981-429C-ABDD-712D4E03FEBC}" dt="2025-11-21T02:33:40.140" v="3580" actId="5793"/>
        <pc:sldMkLst>
          <pc:docMk/>
          <pc:sldMk cId="4265953033" sldId="269"/>
        </pc:sldMkLst>
        <pc:spChg chg="mod">
          <ac:chgData name="pancho rubio" userId="e8d8d2042893a9b0" providerId="LiveId" clId="{D0586AA7-6981-429C-ABDD-712D4E03FEBC}" dt="2025-11-21T02:13:59.893" v="3383" actId="120"/>
          <ac:spMkLst>
            <pc:docMk/>
            <pc:sldMk cId="4265953033" sldId="269"/>
            <ac:spMk id="2" creationId="{627F7760-75C5-09E2-CACF-45A0C8EEFE1A}"/>
          </ac:spMkLst>
        </pc:spChg>
        <pc:spChg chg="mod">
          <ac:chgData name="pancho rubio" userId="e8d8d2042893a9b0" providerId="LiveId" clId="{D0586AA7-6981-429C-ABDD-712D4E03FEBC}" dt="2025-11-21T02:33:40.140" v="3580" actId="5793"/>
          <ac:spMkLst>
            <pc:docMk/>
            <pc:sldMk cId="4265953033" sldId="269"/>
            <ac:spMk id="3" creationId="{C29FC9B0-875F-DA62-5257-6878291865A0}"/>
          </ac:spMkLst>
        </pc:spChg>
        <pc:picChg chg="add mod">
          <ac:chgData name="pancho rubio" userId="e8d8d2042893a9b0" providerId="LiveId" clId="{D0586AA7-6981-429C-ABDD-712D4E03FEBC}" dt="2025-11-21T02:33:18.712" v="3578" actId="1076"/>
          <ac:picMkLst>
            <pc:docMk/>
            <pc:sldMk cId="4265953033" sldId="269"/>
            <ac:picMk id="5" creationId="{7D279742-5B4F-8DD2-2AED-7137FEEBB8C6}"/>
          </ac:picMkLst>
        </pc:picChg>
      </pc:sldChg>
      <pc:sldChg chg="modSp mod">
        <pc:chgData name="pancho rubio" userId="e8d8d2042893a9b0" providerId="LiveId" clId="{D0586AA7-6981-429C-ABDD-712D4E03FEBC}" dt="2025-11-21T02:33:56.244" v="3583" actId="5793"/>
        <pc:sldMkLst>
          <pc:docMk/>
          <pc:sldMk cId="586064055" sldId="270"/>
        </pc:sldMkLst>
        <pc:spChg chg="mod">
          <ac:chgData name="pancho rubio" userId="e8d8d2042893a9b0" providerId="LiveId" clId="{D0586AA7-6981-429C-ABDD-712D4E03FEBC}" dt="2025-11-21T02:27:32.464" v="3530" actId="207"/>
          <ac:spMkLst>
            <pc:docMk/>
            <pc:sldMk cId="586064055" sldId="270"/>
            <ac:spMk id="2" creationId="{03385743-B34A-F084-2B64-4BA682D7D626}"/>
          </ac:spMkLst>
        </pc:spChg>
        <pc:spChg chg="mod">
          <ac:chgData name="pancho rubio" userId="e8d8d2042893a9b0" providerId="LiveId" clId="{D0586AA7-6981-429C-ABDD-712D4E03FEBC}" dt="2025-11-21T02:33:56.244" v="3583" actId="5793"/>
          <ac:spMkLst>
            <pc:docMk/>
            <pc:sldMk cId="586064055" sldId="270"/>
            <ac:spMk id="3" creationId="{32BC5B96-D380-CB05-86EF-08EB070A9A1F}"/>
          </ac:spMkLst>
        </pc:spChg>
      </pc:sldChg>
      <pc:sldChg chg="addSp delSp modSp mod">
        <pc:chgData name="pancho rubio" userId="e8d8d2042893a9b0" providerId="LiveId" clId="{D0586AA7-6981-429C-ABDD-712D4E03FEBC}" dt="2025-11-21T02:32:51.100" v="3577" actId="1076"/>
        <pc:sldMkLst>
          <pc:docMk/>
          <pc:sldMk cId="3797782229" sldId="271"/>
        </pc:sldMkLst>
        <pc:spChg chg="mod">
          <ac:chgData name="pancho rubio" userId="e8d8d2042893a9b0" providerId="LiveId" clId="{D0586AA7-6981-429C-ABDD-712D4E03FEBC}" dt="2025-11-21T02:28:56.384" v="3537" actId="207"/>
          <ac:spMkLst>
            <pc:docMk/>
            <pc:sldMk cId="3797782229" sldId="271"/>
            <ac:spMk id="2" creationId="{BB751122-E703-C724-2015-EE2210183E42}"/>
          </ac:spMkLst>
        </pc:spChg>
        <pc:spChg chg="mod">
          <ac:chgData name="pancho rubio" userId="e8d8d2042893a9b0" providerId="LiveId" clId="{D0586AA7-6981-429C-ABDD-712D4E03FEBC}" dt="2025-11-21T02:32:44.007" v="3576" actId="207"/>
          <ac:spMkLst>
            <pc:docMk/>
            <pc:sldMk cId="3797782229" sldId="271"/>
            <ac:spMk id="3" creationId="{9EB43641-DB6B-A93F-6B2C-CEFE4B7AE234}"/>
          </ac:spMkLst>
        </pc:spChg>
        <pc:picChg chg="add del mod">
          <ac:chgData name="pancho rubio" userId="e8d8d2042893a9b0" providerId="LiveId" clId="{D0586AA7-6981-429C-ABDD-712D4E03FEBC}" dt="2025-11-21T02:31:12.030" v="3555" actId="21"/>
          <ac:picMkLst>
            <pc:docMk/>
            <pc:sldMk cId="3797782229" sldId="271"/>
            <ac:picMk id="5" creationId="{A2B52BB8-7F18-4AD8-BDBA-3EB412BF4AAE}"/>
          </ac:picMkLst>
        </pc:picChg>
        <pc:picChg chg="add mod">
          <ac:chgData name="pancho rubio" userId="e8d8d2042893a9b0" providerId="LiveId" clId="{D0586AA7-6981-429C-ABDD-712D4E03FEBC}" dt="2025-11-21T02:32:51.100" v="3577" actId="1076"/>
          <ac:picMkLst>
            <pc:docMk/>
            <pc:sldMk cId="3797782229" sldId="271"/>
            <ac:picMk id="6" creationId="{A2B52BB8-7F18-4AD8-BDBA-3EB412BF4AAE}"/>
          </ac:picMkLst>
        </pc:picChg>
      </pc:sldChg>
      <pc:sldChg chg="del">
        <pc:chgData name="pancho rubio" userId="e8d8d2042893a9b0" providerId="LiveId" clId="{D0586AA7-6981-429C-ABDD-712D4E03FEBC}" dt="2025-11-21T02:34:47.429" v="3584" actId="2696"/>
        <pc:sldMkLst>
          <pc:docMk/>
          <pc:sldMk cId="3518232468" sldId="272"/>
        </pc:sldMkLst>
      </pc:sldChg>
      <pc:sldChg chg="del">
        <pc:chgData name="pancho rubio" userId="e8d8d2042893a9b0" providerId="LiveId" clId="{D0586AA7-6981-429C-ABDD-712D4E03FEBC}" dt="2025-11-21T02:34:54.197" v="3587" actId="2696"/>
        <pc:sldMkLst>
          <pc:docMk/>
          <pc:sldMk cId="2100196625" sldId="273"/>
        </pc:sldMkLst>
      </pc:sldChg>
      <pc:sldChg chg="del">
        <pc:chgData name="pancho rubio" userId="e8d8d2042893a9b0" providerId="LiveId" clId="{D0586AA7-6981-429C-ABDD-712D4E03FEBC}" dt="2025-11-21T02:34:52.327" v="3586" actId="2696"/>
        <pc:sldMkLst>
          <pc:docMk/>
          <pc:sldMk cId="891299788" sldId="274"/>
        </pc:sldMkLst>
      </pc:sldChg>
      <pc:sldChg chg="del">
        <pc:chgData name="pancho rubio" userId="e8d8d2042893a9b0" providerId="LiveId" clId="{D0586AA7-6981-429C-ABDD-712D4E03FEBC}" dt="2025-11-21T02:34:50.556" v="3585" actId="2696"/>
        <pc:sldMkLst>
          <pc:docMk/>
          <pc:sldMk cId="1945968711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AR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924BE-C9D2-72FC-1CCC-F04AF65D9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256" y="1466492"/>
            <a:ext cx="8791575" cy="2387600"/>
          </a:xfrm>
        </p:spPr>
        <p:txBody>
          <a:bodyPr>
            <a:noAutofit/>
          </a:bodyPr>
          <a:lstStyle/>
          <a:p>
            <a:r>
              <a:rPr lang="es-ES" sz="6600" dirty="0">
                <a:solidFill>
                  <a:schemeClr val="accent3">
                    <a:lumMod val="75000"/>
                  </a:schemeClr>
                </a:solidFill>
              </a:rPr>
              <a:t>Tp-integrador </a:t>
            </a:r>
            <a:br>
              <a:rPr lang="es-ES" sz="66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s-ES" sz="6600" dirty="0">
                <a:solidFill>
                  <a:schemeClr val="accent3">
                    <a:lumMod val="75000"/>
                  </a:schemeClr>
                </a:solidFill>
              </a:rPr>
              <a:t>servicio de correo electronico</a:t>
            </a:r>
            <a:endParaRPr lang="es-AR" sz="6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7788A7-BFE6-1201-1B1A-1AAB3B7BC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2733" y="4378787"/>
            <a:ext cx="8791575" cy="1655762"/>
          </a:xfrm>
        </p:spPr>
        <p:txBody>
          <a:bodyPr>
            <a:normAutofit fontScale="925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Asignatura 271- Estructuras de datos</a:t>
            </a:r>
          </a:p>
          <a:p>
            <a:r>
              <a:rPr lang="es-ES" dirty="0">
                <a:solidFill>
                  <a:schemeClr val="bg1"/>
                </a:solidFill>
              </a:rPr>
              <a:t>Integrantes Grupo 7:</a:t>
            </a:r>
          </a:p>
          <a:p>
            <a:r>
              <a:rPr lang="es-ES" dirty="0">
                <a:solidFill>
                  <a:schemeClr val="bg1"/>
                </a:solidFill>
              </a:rPr>
              <a:t>Rodrigo podoba , miguel miguez, juan francisco rubio  </a:t>
            </a:r>
          </a:p>
          <a:p>
            <a:r>
              <a:rPr lang="es-ES" dirty="0">
                <a:solidFill>
                  <a:schemeClr val="bg1"/>
                </a:solidFill>
              </a:rPr>
              <a:t>Profesor ángel Leonardo Bianco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06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14CCA-599D-72FF-6ACF-F582E9C7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116" y="693173"/>
            <a:ext cx="9905998" cy="1478570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chemeClr val="accent3">
                    <a:lumMod val="75000"/>
                  </a:schemeClr>
                </a:solidFill>
              </a:rPr>
              <a:t>Contexto y Desafío del Proyecto</a:t>
            </a:r>
            <a:br>
              <a:rPr lang="es-E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s-ES" sz="2200" dirty="0">
                <a:solidFill>
                  <a:schemeClr val="bg1"/>
                </a:solidFill>
              </a:rPr>
              <a:t>Aplicación de estructuras de datos para resolver desafíos de gestión y rendimiento en un sistema de correo electrónico.</a:t>
            </a:r>
            <a:endParaRPr lang="es-AR" sz="2200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F91379-D1F9-D94B-709E-8D3220D55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675560"/>
            <a:ext cx="9905999" cy="402139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Flujo Principal: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Implementar un servicio capaz de gestionar, almacenar y enrutar eficientemente el volumen creciente de la comunicación digital.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Gestión de Urgencia: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Necesidad de un sistema que respete la prioridad de los mensajes para tareas críticas del servidor (resuelto con Heap).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Organización Compleja: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Permitir al usuario la creación de jerarquías de carpetas anidadas para organizar su bandeja (resuelto con Árbol y Recursividad).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42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1F06A-3C07-1FBE-E219-7C3475F6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b="1" dirty="0">
                <a:solidFill>
                  <a:schemeClr val="accent3">
                    <a:lumMod val="75000"/>
                  </a:schemeClr>
                </a:solidFill>
              </a:rPr>
              <a:t>Alcance y Componentes Clave:</a:t>
            </a:r>
            <a:br>
              <a:rPr lang="es-ES" sz="4000" b="1" dirty="0"/>
            </a:br>
            <a:br>
              <a:rPr lang="es-ES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19D103-A869-4B46-4653-0EA658EA2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754" y="1514169"/>
            <a:ext cx="9905999" cy="472531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Arquitectura Modular: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El sistema fue diseñado bajo una estructura modularizada (separando Server, Usuario, Mensaje y Carpeta) para facilitar el desarrollo, la comprensión y el mantenimiento.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Servidor (ServidorCorreo):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Actúa como el núcleo centralizado, manejando el registro de usuarios, la autenticación y el enrutamiento de mensajes. Es el gestor de la Cola de Prioridad (Heap).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Gestión del Usuario (Usuario):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Se encarga de la gestión individual. Contiene la estructura de Árbol de carpetas y aplica los Filtros Automáticos al recibir un nuevo mensaje.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Mensaje (Mensaje):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Es una clase de datos inmutable. Incorpora la información esencial y el atributo de prioridad opcional (rango 1 a 5) para integrarse con el Heap.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7354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E56866-2966-02F7-3937-00DB08C1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Objetivos del Proyecto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D7201B-411A-CE0B-489F-8554A7DCD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Objetivo Académico: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Aplicar y demostrar el uso eficiente de estructuras de datos no lineales, específicamente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Árboles</a:t>
            </a:r>
            <a:r>
              <a:rPr lang="es-ES" dirty="0">
                <a:solidFill>
                  <a:schemeClr val="bg1"/>
                </a:solidFill>
              </a:rPr>
              <a:t> (para la jerarquía de carpetas) y 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Heaps</a:t>
            </a:r>
            <a:r>
              <a:rPr lang="es-ES" dirty="0">
                <a:solidFill>
                  <a:schemeClr val="bg1"/>
                </a:solidFill>
              </a:rPr>
              <a:t> (para la gestión de prioridad de mensajes).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Objetivo de Rendimiento: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Garantizar que las operaciones críticas mantengan una complejidad temporal logarítmica (</a:t>
            </a:r>
            <a:r>
              <a:rPr lang="es-AR" dirty="0">
                <a:solidFill>
                  <a:schemeClr val="bg1"/>
                </a:solidFill>
              </a:rPr>
              <a:t>O(log n)</a:t>
            </a:r>
            <a:r>
              <a:rPr lang="es-ES" dirty="0">
                <a:solidFill>
                  <a:schemeClr val="bg1"/>
                </a:solidFill>
              </a:rPr>
              <a:t>), asegurando la escalabilidad del servicio.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Objetivo Funcional: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Implementar algoritmos de recorrido recursivos (incluyendo DFS y BFS) que permitan la gestión avanzada de mensajes y la navegación completa por la estructura de carpetas anidadas.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8381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E85E4-6237-8244-774E-54E85186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Arquitectura del sistema</a:t>
            </a:r>
            <a:r>
              <a:rPr lang="es-AR" b="1" dirty="0"/>
              <a:t>	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852504-F4D2-9629-1E72-6848C651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ServidorCorreo: </a:t>
            </a:r>
            <a:r>
              <a:rPr lang="es-ES" dirty="0">
                <a:solidFill>
                  <a:schemeClr val="bg1"/>
                </a:solidFill>
              </a:rPr>
              <a:t>actúa como núcleo central del sistema, centralizando el registro de usuarios, la autenticación y el enrutamiento de mensajes.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Usuario: </a:t>
            </a:r>
            <a:r>
              <a:rPr lang="es-ES" dirty="0">
                <a:solidFill>
                  <a:schemeClr val="bg1"/>
                </a:solidFill>
              </a:rPr>
              <a:t>Representa a cada usuario registrado, donde se van a alojar las distintas carpetas de mensajes 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Mensaje: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Actúa como una clase inmutable con  atributos necesarios  del objeto para que las estructuras de datos y los algoritmos funciones, excluyendo el cuerpo de texto.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Algorithms: </a:t>
            </a:r>
            <a:r>
              <a:rPr lang="es-ES" dirty="0">
                <a:solidFill>
                  <a:schemeClr val="bg1"/>
                </a:solidFill>
              </a:rPr>
              <a:t>Reúne las utilidades para  la búsqueda recursiva, recorridos (DFS/BFS) y ordenamiento.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7845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11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A0C4EF-A1DE-2EC4-8EF9-7E446567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158" y="105577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accent3">
                    <a:lumMod val="75000"/>
                  </a:schemeClr>
                </a:solidFill>
              </a:rPr>
              <a:t>modularización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D9275BE-58EE-80E8-6775-898F39E03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2227528"/>
            <a:ext cx="4459287" cy="3965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s-AR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</a:rPr>
              <a:t>Relaciones de la Estructura</a:t>
            </a:r>
          </a:p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Composición Jerárquica: El Usuario contiene la estructura de Árbol mediante la anidación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recursiva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Carpetas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 Esta es la base de la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organización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del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usuario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Gestión de Prioridad: El Servidor utiliza el Heap (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implementado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en el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objeto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Usuario) para garantizar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que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el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mensaje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más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s-A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urgente</a:t>
            </a: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se procese primero.</a:t>
            </a:r>
          </a:p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kumimoji="0" lang="en-US" altLang="es-A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Enrutamiento Automático: El Usuario aplica el Filtro a los Mensajes entrantes, moviéndolos automáticamente sin intervención del servidor.</a:t>
            </a:r>
          </a:p>
          <a:p>
            <a:pPr marL="0" marR="0" lvl="0" indent="-22860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buFont typeface="Arial" panose="020B0604020202020204" pitchFamily="34" charset="0"/>
              <a:buChar char="•"/>
              <a:tabLst/>
            </a:pPr>
            <a:endParaRPr kumimoji="0" lang="en-US" altLang="es-AR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70" name="Group 15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4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83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8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8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92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98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99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0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1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2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3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4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6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7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8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09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110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AR"/>
            </a:p>
          </p:txBody>
        </p:sp>
      </p:grp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2D191B1D-310C-6396-031F-9214F53CA0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375520"/>
              </p:ext>
            </p:extLst>
          </p:nvPr>
        </p:nvGraphicFramePr>
        <p:xfrm>
          <a:off x="6164163" y="2176463"/>
          <a:ext cx="5407120" cy="3462580"/>
        </p:xfrm>
        <a:graphic>
          <a:graphicData uri="http://schemas.openxmlformats.org/drawingml/2006/table">
            <a:tbl>
              <a:tblPr/>
              <a:tblGrid>
                <a:gridCol w="1506491">
                  <a:extLst>
                    <a:ext uri="{9D8B030D-6E8A-4147-A177-3AD203B41FA5}">
                      <a16:colId xmlns:a16="http://schemas.microsoft.com/office/drawing/2014/main" val="559880934"/>
                    </a:ext>
                  </a:extLst>
                </a:gridCol>
                <a:gridCol w="1832700">
                  <a:extLst>
                    <a:ext uri="{9D8B030D-6E8A-4147-A177-3AD203B41FA5}">
                      <a16:colId xmlns:a16="http://schemas.microsoft.com/office/drawing/2014/main" val="103836720"/>
                    </a:ext>
                  </a:extLst>
                </a:gridCol>
                <a:gridCol w="2067929">
                  <a:extLst>
                    <a:ext uri="{9D8B030D-6E8A-4147-A177-3AD203B41FA5}">
                      <a16:colId xmlns:a16="http://schemas.microsoft.com/office/drawing/2014/main" val="2508212965"/>
                    </a:ext>
                  </a:extLst>
                </a:gridCol>
              </a:tblGrid>
              <a:tr h="331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 dirty="0">
                          <a:solidFill>
                            <a:schemeClr val="bg1"/>
                          </a:solidFill>
                        </a:rPr>
                        <a:t>Archivo/Módulo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</a:rPr>
                        <a:t>Contenido Clave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 dirty="0">
                          <a:solidFill>
                            <a:schemeClr val="bg1"/>
                          </a:solidFill>
                        </a:rPr>
                        <a:t>Rol en el Sistema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413493"/>
                  </a:ext>
                </a:extLst>
              </a:tr>
              <a:tr h="782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servidor.py</a:t>
                      </a:r>
                      <a:endParaRPr lang="es-AR" sz="1500" b="0" dirty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</a:rPr>
                        <a:t>Clase </a:t>
                      </a:r>
                      <a:r>
                        <a:rPr lang="es-AR" sz="1500" b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ServidorCorreo</a:t>
                      </a:r>
                      <a:endParaRPr lang="es-AR" sz="1500" b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0" dirty="0">
                          <a:solidFill>
                            <a:schemeClr val="bg1"/>
                          </a:solidFill>
                        </a:rPr>
                        <a:t>Orquestador central y gestor de la Cola de Prioridad (Heap).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035533"/>
                  </a:ext>
                </a:extLst>
              </a:tr>
              <a:tr h="782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usuario.py</a:t>
                      </a:r>
                      <a:endParaRPr lang="es-AR" sz="1500" b="0" dirty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 dirty="0">
                          <a:solidFill>
                            <a:schemeClr val="bg1"/>
                          </a:solidFill>
                        </a:rPr>
                        <a:t>Clase </a:t>
                      </a:r>
                      <a:r>
                        <a:rPr lang="es-AR" sz="1500" b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Usuario</a:t>
                      </a:r>
                      <a:endParaRPr lang="es-AR" sz="1500" b="0" dirty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0">
                          <a:solidFill>
                            <a:schemeClr val="bg1"/>
                          </a:solidFill>
                        </a:rPr>
                        <a:t>Gestor del Árbol de Carpetas y de los Filtros Automáticos.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13419"/>
                  </a:ext>
                </a:extLst>
              </a:tr>
              <a:tr h="782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carpeta.py</a:t>
                      </a:r>
                      <a:endParaRPr lang="es-AR" sz="1500" b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</a:rPr>
                        <a:t>Clase </a:t>
                      </a:r>
                      <a:r>
                        <a:rPr lang="es-AR" sz="1500" b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Carpeta</a:t>
                      </a:r>
                      <a:endParaRPr lang="es-AR" sz="1500" b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0">
                          <a:solidFill>
                            <a:schemeClr val="bg1"/>
                          </a:solidFill>
                        </a:rPr>
                        <a:t>Implementa la Recursividad para la navegación anidada.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001684"/>
                  </a:ext>
                </a:extLst>
              </a:tr>
              <a:tr h="782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mensaje.py</a:t>
                      </a:r>
                      <a:endParaRPr lang="es-AR" sz="1500" b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500" b="0">
                          <a:solidFill>
                            <a:schemeClr val="bg1"/>
                          </a:solidFill>
                        </a:rPr>
                        <a:t>Clase </a:t>
                      </a:r>
                      <a:r>
                        <a:rPr lang="es-AR" sz="1500" b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</a:rPr>
                        <a:t>Mensaje</a:t>
                      </a:r>
                      <a:endParaRPr lang="es-AR" sz="1500" b="0">
                        <a:solidFill>
                          <a:schemeClr val="bg1"/>
                        </a:solidFill>
                      </a:endParaRP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0" dirty="0">
                          <a:solidFill>
                            <a:schemeClr val="bg1"/>
                          </a:solidFill>
                        </a:rPr>
                        <a:t>Objeto inmutable con metadatos de prioridad.</a:t>
                      </a:r>
                    </a:p>
                  </a:txBody>
                  <a:tcPr marL="75273" marR="75273" marT="37637" marB="376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14601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DF2C6617-175C-98AD-A3B0-85DF2CC327EC}"/>
              </a:ext>
            </a:extLst>
          </p:cNvPr>
          <p:cNvSpPr txBox="1"/>
          <p:nvPr/>
        </p:nvSpPr>
        <p:spPr>
          <a:xfrm>
            <a:off x="6164160" y="744319"/>
            <a:ext cx="5394427" cy="143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lang="en-US" altLang="es-AR" b="1" dirty="0">
                <a:solidFill>
                  <a:schemeClr val="accent3">
                    <a:lumMod val="75000"/>
                  </a:schemeClr>
                </a:solidFill>
              </a:rPr>
              <a:t>Estructura Modular</a:t>
            </a:r>
          </a:p>
          <a:p>
            <a:pPr marR="0" lvl="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5000"/>
              <a:tabLst/>
            </a:pPr>
            <a:r>
              <a:rPr lang="en-US" altLang="es-AR" dirty="0">
                <a:solidFill>
                  <a:schemeClr val="bg1"/>
                </a:solidFill>
              </a:rPr>
              <a:t>El proyecto se dividió en módulos para la claridad y mantenibilidad del código: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99689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24629-0ADE-CA48-692C-66B731B7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dirty="0">
                <a:solidFill>
                  <a:schemeClr val="accent3">
                    <a:lumMod val="75000"/>
                  </a:schemeClr>
                </a:solidFill>
              </a:rPr>
              <a:t>Estructura de datos I: Árbol de carpetas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D6E9F3-7214-313D-49F1-F257D8193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Modelado Jerárquico:</a:t>
            </a:r>
          </a:p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La clase carpeta utiliza una estructura recursiva, donde cada carpeta es un nodo que puede contener N subcarpetas.</a:t>
            </a:r>
            <a:br>
              <a:rPr lang="es-AR" dirty="0"/>
            </a:b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Eficiencia de Acceso: </a:t>
            </a:r>
          </a:p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El uso de árboles nos permite búsquedas con complejidad O (log n).</a:t>
            </a:r>
            <a:br>
              <a:rPr lang="es-AR" dirty="0">
                <a:solidFill>
                  <a:schemeClr val="bg1"/>
                </a:solidFill>
              </a:rPr>
            </a:br>
            <a:br>
              <a:rPr lang="es-AR" dirty="0"/>
            </a:b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Base de recursividad: </a:t>
            </a:r>
          </a:p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Habilita algoritmos como mover mensajes que operan en profundidad indefinida con un solo llamado.</a:t>
            </a:r>
          </a:p>
        </p:txBody>
      </p:sp>
    </p:spTree>
    <p:extLst>
      <p:ext uri="{BB962C8B-B14F-4D97-AF65-F5344CB8AC3E}">
        <p14:creationId xmlns:p14="http://schemas.microsoft.com/office/powerpoint/2010/main" val="388412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BC0C7-9F9B-BA26-4DD0-BFB3AA0D3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Estructura de datos II: heap de prioridad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D7300B-CF1C-7BB7-BCC2-C07BFF692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318312"/>
            <a:ext cx="9905999" cy="354171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Para cumplir con el requisito de que los mensajes críticos sean atendidos primero se implementó un Min-</a:t>
            </a:r>
            <a:r>
              <a:rPr lang="es-AR" dirty="0" err="1">
                <a:solidFill>
                  <a:schemeClr val="bg1"/>
                </a:solidFill>
              </a:rPr>
              <a:t>Heap</a:t>
            </a:r>
            <a:r>
              <a:rPr lang="es-AR" dirty="0">
                <a:solidFill>
                  <a:schemeClr val="bg1"/>
                </a:solidFill>
              </a:rPr>
              <a:t>.</a:t>
            </a:r>
          </a:p>
          <a:p>
            <a:endParaRPr lang="es-AR" dirty="0"/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Lógica de prioridad por rango (1-5):</a:t>
            </a:r>
          </a:p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Se considera de prioridad alta (1) la raíz del heap y de prioridad baja (5) las hojas del Heap.</a:t>
            </a:r>
          </a:p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La extracción del mas urgente se logra con una complejidad O(log n) y se respeta el orden FIFO para la misma prioridad.</a:t>
            </a:r>
          </a:p>
        </p:txBody>
      </p:sp>
    </p:spTree>
    <p:extLst>
      <p:ext uri="{BB962C8B-B14F-4D97-AF65-F5344CB8AC3E}">
        <p14:creationId xmlns:p14="http://schemas.microsoft.com/office/powerpoint/2010/main" val="236121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F2B30-E320-34BE-E050-B4E6042C2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Algoritmos de recorrido 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413554-27DD-91FF-20D4-7D6D625DB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249487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Navegación inteligente de la estructura de datos  con las siguientes implementaciones:</a:t>
            </a:r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Recursivo: </a:t>
            </a:r>
            <a:r>
              <a:rPr lang="es-AR" dirty="0">
                <a:solidFill>
                  <a:schemeClr val="bg1"/>
                </a:solidFill>
              </a:rPr>
              <a:t>DFS  (profundidad) en las operaciones globales como “mover carpetas anidadas” o “búsqueda exhaustiva.</a:t>
            </a:r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Iterativo/Cola: </a:t>
            </a:r>
            <a:r>
              <a:rPr lang="es-AR" dirty="0">
                <a:solidFill>
                  <a:schemeClr val="bg1"/>
                </a:solidFill>
              </a:rPr>
              <a:t>BFS (amplitud) listado de carpetas inmediatas o análisis de la estructura superficialmente.  </a:t>
            </a:r>
          </a:p>
        </p:txBody>
      </p:sp>
    </p:spTree>
    <p:extLst>
      <p:ext uri="{BB962C8B-B14F-4D97-AF65-F5344CB8AC3E}">
        <p14:creationId xmlns:p14="http://schemas.microsoft.com/office/powerpoint/2010/main" val="179566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CF51F-DA32-C3F8-2425-E68159C4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Algoritmo clave: recursividad</a:t>
            </a:r>
            <a:br>
              <a:rPr lang="es-AR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s-AR" sz="1600" dirty="0">
                <a:solidFill>
                  <a:schemeClr val="bg1"/>
                </a:solidFill>
              </a:rPr>
              <a:t>Motor de navegación para estructuras anidadas</a:t>
            </a:r>
            <a:br>
              <a:rPr lang="es-AR" dirty="0"/>
            </a:br>
            <a:r>
              <a:rPr lang="es-AR" dirty="0"/>
              <a:t>	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646D0E-F9EE-E62A-2058-F1B40CE7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AR" dirty="0">
                <a:solidFill>
                  <a:schemeClr val="bg1"/>
                </a:solidFill>
              </a:rPr>
              <a:t>Permite procesar una jerarquía de carpetas de profundidad </a:t>
            </a:r>
            <a:r>
              <a:rPr lang="es-ES" dirty="0">
                <a:solidFill>
                  <a:schemeClr val="bg1"/>
                </a:solidFill>
              </a:rPr>
              <a:t> desconocida sin necesidad de bucles complejos.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Lógica “Divide y Vencerás”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El problema global (buscar en todo el correo) se reduce a un problema pequeño (buscar en l carpeta actual y repetir)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Eficiencia de Código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Reduce la complejidad del mantenimiento con una sola función que gestiona tanto la carpeta raíz como la subcarpeta más profunda. 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73254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F0130-C055-BBF8-EE79-81C43A7FC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34560"/>
            <a:ext cx="9905998" cy="1478570"/>
          </a:xfrm>
        </p:spPr>
        <p:txBody>
          <a:bodyPr>
            <a:normAutofit fontScale="90000"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Desafíos y soluciones I </a:t>
            </a:r>
            <a:br>
              <a:rPr lang="es-AR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s-ES" sz="1600" b="1" dirty="0">
                <a:solidFill>
                  <a:schemeClr val="bg1"/>
                </a:solidFill>
              </a:rPr>
              <a:t>Riesgo de la Complejidad Lineal</a:t>
            </a:r>
            <a:br>
              <a:rPr lang="es-ES" sz="1600" b="1" dirty="0">
                <a:solidFill>
                  <a:schemeClr val="bg1"/>
                </a:solidFill>
              </a:rPr>
            </a:br>
            <a:br>
              <a:rPr lang="es-AR" dirty="0">
                <a:solidFill>
                  <a:schemeClr val="accent3">
                    <a:lumMod val="75000"/>
                  </a:schemeClr>
                </a:solidFill>
              </a:rPr>
            </a:br>
            <a:endParaRPr lang="es-AR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5F3912-C90F-D0D8-927B-3A7E29356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239654"/>
            <a:ext cx="9905999" cy="35417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Riesgo Identificado (Árboles): </a:t>
            </a:r>
            <a:r>
              <a:rPr lang="es-ES" dirty="0">
                <a:solidFill>
                  <a:schemeClr val="bg1"/>
                </a:solidFill>
              </a:rPr>
              <a:t>Aunque el Árbol Binario de Búsqueda ofrece una complejidad , si los usuarios crean carpetas de forma secuencial (ej. siempre añadiendo al final), el árbol puede convertirse en una lista enlazada.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Consecuencia Crítica: </a:t>
            </a:r>
            <a:r>
              <a:rPr lang="es-ES" dirty="0">
                <a:solidFill>
                  <a:schemeClr val="bg1"/>
                </a:solidFill>
              </a:rPr>
              <a:t>Esto provoca que las operaciones de búsqueda de carpetas pasen a tener una complejidad lineal , volviendo el sistema lento e ineficiente a medida que aumenta el número de carpetas.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Solución Propuesta (Mitigación)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Estructuras Auto-Balanceadas: </a:t>
            </a:r>
            <a:r>
              <a:rPr lang="es-ES" dirty="0">
                <a:solidFill>
                  <a:schemeClr val="bg1"/>
                </a:solidFill>
              </a:rPr>
              <a:t>Para garantizar la eficiencia en el peor caso, la solución recomendada es migrar la estructura a un Árbol AVL o un Árbol Rojo-Negro.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Garantía de Rendimiento: </a:t>
            </a:r>
            <a:r>
              <a:rPr lang="es-ES" dirty="0">
                <a:solidFill>
                  <a:schemeClr val="bg1"/>
                </a:solidFill>
              </a:rPr>
              <a:t>Estas estructuras aseguran que la complejidad de las operaciones de búsqueda, inserción y eliminación se mantenga consistentemente en , independientemente del patrón de creación de carpetas por parte del usuario.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5871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13A19-E860-4E46-94D1-8874108F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>
                <a:solidFill>
                  <a:schemeClr val="accent3">
                    <a:lumMod val="75000"/>
                  </a:schemeClr>
                </a:solidFill>
              </a:rPr>
              <a:t>Desafíos y soluciones II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7BC12-E315-5E7C-A27F-6779E45D2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Desafío del Flujo de Mensajes: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Necesidad de que los mensajes críticos interrumpan la cola normal para ser procesados inmediatamente, respetando la regla FIFO entre iguales.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Solución (Heap):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Uso del Heap de Prioridad Mínima. La estructura gestiona la urgencia automáticamente, permitiendo la extracción rápida del mensaje más importante.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Desafío de la Búsqueda Exhaustiva: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Necesidad de buscar mensajes en toda la jerarquía de carpetas de un usuario sin perder ningún mensaje.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Solución (Recursividad/DFS):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Implementación de la recursividad en la clase Carpeta y uso del DFS (Búsqueda en Profundidad) para recorrer todo el Árbol de forma completa y segura.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Desafío de Enrutamiento:</a:t>
            </a:r>
            <a:r>
              <a:rPr lang="es-ES" dirty="0"/>
              <a:t> </a:t>
            </a:r>
            <a:r>
              <a:rPr lang="es-ES" dirty="0">
                <a:solidFill>
                  <a:schemeClr val="bg1"/>
                </a:solidFill>
              </a:rPr>
              <a:t>Necesidad de organizar la bandeja de entrada del usuario de forma automática para mensajes conocidos.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Solución (Filtros):</a:t>
            </a:r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s-ES" dirty="0">
                <a:solidFill>
                  <a:schemeClr val="bg1"/>
                </a:solidFill>
              </a:rPr>
              <a:t>Implementación de la clase Filtro y la lógica de enrutamiento, usando un criterio lambda para redirigir mensajes a la carpeta destino tras la recepción.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63333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31A3B-E74C-DC4A-2E73-081AE715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Validación de Estructuras: Heap</a:t>
            </a:r>
            <a:br>
              <a:rPr lang="es-AR" b="1" dirty="0"/>
            </a:br>
            <a:r>
              <a:rPr lang="es-AR" sz="1600" dirty="0">
                <a:solidFill>
                  <a:schemeClr val="bg1"/>
                </a:solidFill>
              </a:rPr>
              <a:t>Verificación unitaria de la cola de prioridad y orden fifo</a:t>
            </a:r>
            <a:br>
              <a:rPr lang="es-AR" sz="1600" dirty="0">
                <a:solidFill>
                  <a:schemeClr val="bg1"/>
                </a:solidFill>
              </a:rPr>
            </a:br>
            <a:endParaRPr lang="es-AR" sz="1600" dirty="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FE94E8-1AF2-21CB-880A-D6670AC65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Caso: Prioridad Mixta</a:t>
            </a:r>
            <a:endParaRPr lang="es-ES" b="1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simuló la llegada de mensajes con prioridades {5, 1, 3}.</a:t>
            </a:r>
            <a:br>
              <a:rPr lang="es-ES" dirty="0"/>
            </a:br>
            <a:r>
              <a:rPr lang="es-ES" b="1" dirty="0">
                <a:solidFill>
                  <a:schemeClr val="bg1"/>
                </a:solidFill>
              </a:rPr>
              <a:t>Resultado Esperado: </a:t>
            </a:r>
            <a:r>
              <a:rPr lang="es-ES" dirty="0">
                <a:solidFill>
                  <a:schemeClr val="bg1"/>
                </a:solidFill>
              </a:rPr>
              <a:t>Extracción en orden {1, 3, 5}.</a:t>
            </a:r>
            <a:br>
              <a:rPr lang="es-ES" dirty="0"/>
            </a:br>
            <a:r>
              <a:rPr lang="es-ES" b="1" dirty="0">
                <a:solidFill>
                  <a:schemeClr val="bg1"/>
                </a:solidFill>
              </a:rPr>
              <a:t>Resultado Obtenido: </a:t>
            </a:r>
            <a:r>
              <a:rPr lang="es-ES" dirty="0">
                <a:solidFill>
                  <a:schemeClr val="bg1"/>
                </a:solidFill>
              </a:rPr>
              <a:t>El Heap reordenó correctamente la salida.</a:t>
            </a:r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Caso: Empate de Prioridad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enviaron 3 mensajes urgentes (Prioridad 1) consecutivos.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Validación: Se confirmó que se respeta estrictamente el orden de llegada (FIFO) dentro del mismo nivel de prioridad.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F7760-75C5-09E2-CACF-45A0C8EE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07986"/>
            <a:ext cx="9905998" cy="1478570"/>
          </a:xfrm>
        </p:spPr>
        <p:txBody>
          <a:bodyPr>
            <a:normAutofit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Validación de Integración</a:t>
            </a:r>
            <a:br>
              <a:rPr lang="es-AR" sz="2800" b="1" dirty="0"/>
            </a:br>
            <a:r>
              <a:rPr lang="es-ES" sz="1400" dirty="0">
                <a:solidFill>
                  <a:schemeClr val="bg1"/>
                </a:solidFill>
              </a:rPr>
              <a:t>Pruebas de recursividad y flujo completo del sistema</a:t>
            </a:r>
            <a:br>
              <a:rPr lang="es-AR" sz="2800" b="1" dirty="0"/>
            </a:br>
            <a:endParaRPr lang="es-AR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9FC9B0-875F-DA62-5257-68782918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642715"/>
            <a:ext cx="3772231" cy="1999623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Confirma que la recursividad no rompe la integridad de los datos.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Verifica la creación dinámica de carpetas de destino si no existen.</a:t>
            </a:r>
          </a:p>
          <a:p>
            <a:pPr marL="0" indent="0">
              <a:buNone/>
            </a:pP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279742-5B4F-8DD2-2AED-7137FEEBB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455" b="3"/>
          <a:stretch>
            <a:fillRect/>
          </a:stretch>
        </p:blipFill>
        <p:spPr>
          <a:xfrm>
            <a:off x="6167598" y="2205242"/>
            <a:ext cx="4655075" cy="3047892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5953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85743-B34A-F084-2B64-4BA682D7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4400" b="1" dirty="0">
                <a:solidFill>
                  <a:schemeClr val="accent3">
                    <a:lumMod val="75000"/>
                  </a:schemeClr>
                </a:solidFill>
              </a:rPr>
              <a:t>Conclusiones Generales</a:t>
            </a:r>
            <a:br>
              <a:rPr lang="es-AR" b="1" dirty="0"/>
            </a:br>
            <a:r>
              <a:rPr lang="es-AR" sz="1600" dirty="0">
                <a:solidFill>
                  <a:schemeClr val="bg1"/>
                </a:solidFill>
              </a:rPr>
              <a:t>resumen de logros técnicos y cumplimiento de objetivos.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BC5B96-D380-CB05-86EF-08EB070A9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Dominio de estructuras: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demostró la aplicación exitosa de Árboles para jerarquías complejas y Heaps para la gestión de prioridades, yendo más allá de la teoría.</a:t>
            </a:r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Eficiencia Logarítmica: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cumplió el objetivo de rendimiento: las operaciones críticas (búsqueda y gestión de urgencia) mantienen una complejidad de O(log n) asegurando escalabilidad.</a:t>
            </a:r>
          </a:p>
          <a:p>
            <a:pPr marL="0" indent="0">
              <a:buNone/>
            </a:pPr>
            <a:r>
              <a:rPr lang="es-AR" b="1" dirty="0">
                <a:solidFill>
                  <a:schemeClr val="accent3">
                    <a:lumMod val="75000"/>
                  </a:schemeClr>
                </a:solidFill>
              </a:rPr>
              <a:t>Integración Robusta</a:t>
            </a:r>
            <a:r>
              <a:rPr lang="es-ES" b="1" dirty="0">
                <a:solidFill>
                  <a:schemeClr val="accent3">
                    <a:lumMod val="75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La implementación de algoritmos recursivos (DFS) y filtros automáticos permitió integrar las estructuras en un sistema funcional y modular.</a:t>
            </a:r>
            <a:endParaRPr lang="es-A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64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51122-E703-C724-2015-EE221018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sz="4800" b="1" dirty="0">
                <a:solidFill>
                  <a:schemeClr val="accent3">
                    <a:lumMod val="75000"/>
                  </a:schemeClr>
                </a:solidFill>
              </a:rPr>
              <a:t>¡Muchas Gracias!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B43641-DB6B-A93F-6B2C-CEFE4B7AE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Estamos a disposición para responder sus preguntas.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/>
              <a:t> 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     TP Integrador - 2025     &lt;/&gt;Estructuras de Datos 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AR" dirty="0"/>
          </a:p>
        </p:txBody>
      </p:sp>
      <p:pic>
        <p:nvPicPr>
          <p:cNvPr id="6" name="Gráfico 5" descr="Correo electrónico con relleno sólido">
            <a:extLst>
              <a:ext uri="{FF2B5EF4-FFF2-40B4-BE49-F238E27FC236}">
                <a16:creationId xmlns:a16="http://schemas.microsoft.com/office/drawing/2014/main" id="{A2B52BB8-7F18-4AD8-BDBA-3EB412BF4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0403" y="5152725"/>
            <a:ext cx="344156" cy="3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782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5005</TotalTime>
  <Words>1492</Words>
  <Application>Microsoft Office PowerPoint</Application>
  <PresentationFormat>Panorámica</PresentationFormat>
  <Paragraphs>107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Tw Cen MT</vt:lpstr>
      <vt:lpstr>Circuito</vt:lpstr>
      <vt:lpstr>Tp-integrador  servicio de correo electronico</vt:lpstr>
      <vt:lpstr>Contexto y Desafío del Proyecto Aplicación de estructuras de datos para resolver desafíos de gestión y rendimiento en un sistema de correo electrónico.</vt:lpstr>
      <vt:lpstr>Alcance y Componentes Clave:  </vt:lpstr>
      <vt:lpstr>Objetivos del Proyecto </vt:lpstr>
      <vt:lpstr>Arquitectura del sistema  </vt:lpstr>
      <vt:lpstr>modularización</vt:lpstr>
      <vt:lpstr>Estructura de datos I: Árbol de carpetas</vt:lpstr>
      <vt:lpstr>Estructura de datos II: heap de prioridad</vt:lpstr>
      <vt:lpstr>Algoritmos de recorrido  </vt:lpstr>
      <vt:lpstr>Algoritmo clave: recursividad Motor de navegación para estructuras anidadas  </vt:lpstr>
      <vt:lpstr>Desafíos y soluciones I  Riesgo de la Complejidad Lineal  </vt:lpstr>
      <vt:lpstr>Desafíos y soluciones II</vt:lpstr>
      <vt:lpstr>Validación de Estructuras: Heap Verificación unitaria de la cola de prioridad y orden fifo </vt:lpstr>
      <vt:lpstr>Validación de Integración Pruebas de recursividad y flujo completo del sistema </vt:lpstr>
      <vt:lpstr>Conclusiones Generales resumen de logros técnicos y cumplimiento de objetivos. </vt:lpstr>
      <vt:lpstr>¡Muchas Gracias!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pancho rubio</dc:creator>
  <cp:lastModifiedBy>pancho rubio</cp:lastModifiedBy>
  <cp:revision>1</cp:revision>
  <dcterms:created xsi:type="dcterms:W3CDTF">2025-11-17T00:55:16Z</dcterms:created>
  <dcterms:modified xsi:type="dcterms:W3CDTF">2025-11-21T02:37:07Z</dcterms:modified>
</cp:coreProperties>
</file>